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DD901-539A-41F7-B042-1AFB2B41D574}" v="1" dt="2026-01-16T21:53:39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ourani" userId="f981e07eb9de5d0a" providerId="LiveId" clId="{C0D63DBB-FED1-4E27-A3D0-C50425E20A4B}"/>
    <pc:docChg chg="custSel addSld modSld">
      <pc:chgData name="Mark Hourani" userId="f981e07eb9de5d0a" providerId="LiveId" clId="{C0D63DBB-FED1-4E27-A3D0-C50425E20A4B}" dt="2026-01-16T21:56:16.256" v="282" actId="20577"/>
      <pc:docMkLst>
        <pc:docMk/>
      </pc:docMkLst>
      <pc:sldChg chg="modSp new mod">
        <pc:chgData name="Mark Hourani" userId="f981e07eb9de5d0a" providerId="LiveId" clId="{C0D63DBB-FED1-4E27-A3D0-C50425E20A4B}" dt="2026-01-16T21:55:32.271" v="239" actId="20577"/>
        <pc:sldMkLst>
          <pc:docMk/>
          <pc:sldMk cId="1007628927" sldId="260"/>
        </pc:sldMkLst>
        <pc:spChg chg="mod">
          <ac:chgData name="Mark Hourani" userId="f981e07eb9de5d0a" providerId="LiveId" clId="{C0D63DBB-FED1-4E27-A3D0-C50425E20A4B}" dt="2026-01-16T21:55:32.271" v="239" actId="20577"/>
          <ac:spMkLst>
            <pc:docMk/>
            <pc:sldMk cId="1007628927" sldId="260"/>
            <ac:spMk id="2" creationId="{7C272C66-DEF5-BD75-B6B0-BA57E03DCDA5}"/>
          </ac:spMkLst>
        </pc:spChg>
        <pc:spChg chg="mod">
          <ac:chgData name="Mark Hourani" userId="f981e07eb9de5d0a" providerId="LiveId" clId="{C0D63DBB-FED1-4E27-A3D0-C50425E20A4B}" dt="2026-01-16T21:55:07.062" v="220" actId="20577"/>
          <ac:spMkLst>
            <pc:docMk/>
            <pc:sldMk cId="1007628927" sldId="260"/>
            <ac:spMk id="3" creationId="{1C7D1B12-5472-AD52-50E1-7DF5676184B2}"/>
          </ac:spMkLst>
        </pc:spChg>
      </pc:sldChg>
      <pc:sldChg chg="modSp new mod">
        <pc:chgData name="Mark Hourani" userId="f981e07eb9de5d0a" providerId="LiveId" clId="{C0D63DBB-FED1-4E27-A3D0-C50425E20A4B}" dt="2026-01-16T21:56:16.256" v="282" actId="20577"/>
        <pc:sldMkLst>
          <pc:docMk/>
          <pc:sldMk cId="3146132478" sldId="261"/>
        </pc:sldMkLst>
        <pc:spChg chg="mod">
          <ac:chgData name="Mark Hourani" userId="f981e07eb9de5d0a" providerId="LiveId" clId="{C0D63DBB-FED1-4E27-A3D0-C50425E20A4B}" dt="2026-01-16T21:55:59.945" v="259" actId="20577"/>
          <ac:spMkLst>
            <pc:docMk/>
            <pc:sldMk cId="3146132478" sldId="261"/>
            <ac:spMk id="2" creationId="{37E63B70-2A51-9DA8-CF86-5C9FF405B1E2}"/>
          </ac:spMkLst>
        </pc:spChg>
        <pc:spChg chg="mod">
          <ac:chgData name="Mark Hourani" userId="f981e07eb9de5d0a" providerId="LiveId" clId="{C0D63DBB-FED1-4E27-A3D0-C50425E20A4B}" dt="2026-01-16T21:56:16.256" v="282" actId="20577"/>
          <ac:spMkLst>
            <pc:docMk/>
            <pc:sldMk cId="3146132478" sldId="261"/>
            <ac:spMk id="3" creationId="{4E3A5E10-4398-7A6A-DA9F-310066F4D8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33FB-FCB8-2A09-F1DD-898424126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1B7EB-377C-FA3D-A324-B0E0DBEBA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0DC9D-4FE1-87A9-9562-CBE52425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C3CA3-93CE-8CEE-04B5-AD85CF03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D130-599D-421F-5536-7D9652C0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8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2BC20-492A-6738-3102-664C8461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6B9E0-18EC-2F84-EB2A-7EAFD051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2A4C7-DA09-A03D-BB79-4BD7E4C3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B9F24-57FE-9B12-6FC1-C80FBDB9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D51E-AEF2-EC2A-FFFB-5DFAD77C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3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E464-1CD1-C62C-8AAC-36B6073C7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1DC89-E321-6471-A8DA-41B32AD61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BFD12-642B-3563-D31A-A5520A45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E21BE-1F0D-4383-7C35-FEA4286F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459DC-8B83-70D0-109D-96AD34C3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E204-10C6-3B84-E89D-66EEF508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B458-E7FB-3312-44C1-E47F75FEB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B235-266E-6615-37A8-CE06E7B8D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EB074-7422-7351-6CB8-6F00361E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72493-482C-7CB6-0A28-E9F77CDF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1767-4111-C961-7BFF-0EA3A27F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8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27D4-D491-D0E4-75C3-9F8EA4BE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7C461-BC9D-02DC-257F-8FA3ED150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FB264-F880-1117-24B4-5CD95E3C0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6CD01-D071-BD20-A03C-379614AA8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B400E-41EF-1435-FAC6-353A9D1A4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37BB9-29AC-2046-588E-D3194272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EA8963-8621-9990-1266-0AAE2472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0E35B-85D7-FBED-AC8B-77B33F5B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8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E7CB-F633-0703-53C7-78EB8435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05010-E0A8-292B-2A8A-B5A78878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E1F72-0A38-F40D-61F5-B9C85756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E7767-9430-E701-3A67-84AE15C6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77C67-DC5B-A853-A2F0-E3F982D4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8359B-5F47-9B51-D20E-15ED6E22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49444-D284-FE7E-302A-48A565AA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3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973E-6D68-FC8C-85B8-774FB90B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75A3A-D068-252B-4C66-72848F0B6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3EFC2-09BE-703A-FFE8-D7A7D9C03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B0324-3BD2-7365-3E53-50E5C68E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6A7A6-1C0E-C4BF-F6DA-A9BD12ED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AC926-45D8-4467-D3CB-00AA3299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3BB5-9C77-89E9-694B-38AC6747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7DC64-F357-9DE1-A734-FAF8968E5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B6D29-B243-A43A-D5BE-9D51F57E2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91A90-32B8-B1F0-9383-C8D52AFB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B909E-5BDA-9647-C5BE-F8F6159E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4F6FE-2421-6A3B-5C8A-14A6824B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0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65B7-0BC8-CC69-6E09-457E1D72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FC98-6DF7-ACE9-A452-3C13EC430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90F-4CA6-57D6-1B78-3B1DB365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AA2D-6446-A70E-8658-D7765FDD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C4693-CFF6-4503-C97F-A345163B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3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CD690-6268-0834-05D7-41D5C9787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D9574-4A81-95DA-C179-7DF049D68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1E88-660D-8E8D-74EC-E3E4C4A3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73239-98B2-C755-8D05-1ACD4E3B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5CA79-BD06-D5E4-AE73-65C6268D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3AEFC-C25D-C40E-1AE3-48667F37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A248-1ABC-5E5B-7578-40E247916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736C3-3D43-C392-BA4C-AC4769180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B10D8-0AF1-45B2-88E9-D06CD18F0C3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ED6EB-925B-51F3-6E1A-3D189D0F3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367BC-E55E-308B-EA01-882E9D3C4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86C46-F3A8-45C3-90CA-70616D0A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9359-D48F-991C-9DD3-943C66C07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Just the Tip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9BDC5-5762-8605-CA22-731A264FB4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385B-918F-CA52-BFE5-65BD474E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0D7F3-B421-B8A6-CC07-3841ABAC8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I cannot tip bellhops, airport attendants or others since I never carry cash anymore.</a:t>
            </a:r>
          </a:p>
          <a:p>
            <a:r>
              <a:rPr lang="en-US" dirty="0"/>
              <a:t>Venmo may not be ideal since I would need that persons information and it would be clunky.</a:t>
            </a:r>
          </a:p>
          <a:p>
            <a:r>
              <a:rPr lang="en-US" dirty="0"/>
              <a:t>Benefits: avoid taxes, convenience</a:t>
            </a:r>
          </a:p>
          <a:p>
            <a:r>
              <a:rPr lang="en-US" dirty="0"/>
              <a:t>Maek it nontraceable using bitcoin</a:t>
            </a:r>
          </a:p>
          <a:p>
            <a:r>
              <a:rPr lang="en-US" dirty="0"/>
              <a:t>Requirements: create a phone application to tip other users of the application when in close proximity. </a:t>
            </a:r>
            <a:r>
              <a:rPr lang="en-US" dirty="0" err="1"/>
              <a:t>Scn</a:t>
            </a:r>
            <a:r>
              <a:rPr lang="en-US" dirty="0"/>
              <a:t> near by workers within a 10 ft radius and show their photo to confirm the person. need strong security</a:t>
            </a:r>
          </a:p>
          <a:p>
            <a:r>
              <a:rPr lang="en-US" dirty="0"/>
              <a:t>Edge cases: </a:t>
            </a:r>
          </a:p>
          <a:p>
            <a:r>
              <a:rPr lang="en-US" dirty="0"/>
              <a:t>Worked does not have a phone</a:t>
            </a:r>
          </a:p>
          <a:p>
            <a:r>
              <a:rPr lang="en-US" dirty="0"/>
              <a:t>It could use </a:t>
            </a:r>
            <a:r>
              <a:rPr lang="en-US" dirty="0" err="1"/>
              <a:t>venmo</a:t>
            </a:r>
            <a:r>
              <a:rPr lang="en-US" dirty="0"/>
              <a:t> behind the scenes anonymizing people</a:t>
            </a:r>
          </a:p>
          <a:p>
            <a:r>
              <a:rPr lang="en-US" dirty="0"/>
              <a:t>What happens if you overpay by accident? Or pay the wrong person by accident. Give 5 minute backout period.</a:t>
            </a:r>
          </a:p>
          <a:p>
            <a:r>
              <a:rPr lang="en-US" dirty="0"/>
              <a:t>Issues</a:t>
            </a:r>
          </a:p>
          <a:p>
            <a:pPr lvl="1"/>
            <a:r>
              <a:rPr lang="en-US" dirty="0"/>
              <a:t>Is it legal</a:t>
            </a:r>
          </a:p>
          <a:p>
            <a:pPr lvl="1"/>
            <a:r>
              <a:rPr lang="en-US" dirty="0"/>
              <a:t>Would employers allow it?</a:t>
            </a:r>
          </a:p>
          <a:p>
            <a:pPr lvl="1"/>
            <a:r>
              <a:rPr lang="en-US" dirty="0"/>
              <a:t>Track bad actors</a:t>
            </a:r>
          </a:p>
          <a:p>
            <a:pPr lvl="1"/>
            <a:r>
              <a:rPr lang="en-US" dirty="0"/>
              <a:t>Can you show a photo of the person</a:t>
            </a:r>
          </a:p>
          <a:p>
            <a:pPr lvl="1"/>
            <a:r>
              <a:rPr lang="en-US" dirty="0"/>
              <a:t>How to audit (use IDs)</a:t>
            </a:r>
          </a:p>
          <a:p>
            <a:r>
              <a:rPr lang="en-US" dirty="0"/>
              <a:t>Revenue model:</a:t>
            </a:r>
          </a:p>
          <a:p>
            <a:pPr lvl="1"/>
            <a:r>
              <a:rPr lang="en-US" dirty="0"/>
              <a:t>Annual subscription of $25 for payers and receivers</a:t>
            </a:r>
          </a:p>
          <a:p>
            <a:pPr lvl="1"/>
            <a:r>
              <a:rPr lang="en-US" dirty="0"/>
              <a:t>Provide disclaimer from employers to void their involvement</a:t>
            </a:r>
          </a:p>
        </p:txBody>
      </p:sp>
    </p:spTree>
    <p:extLst>
      <p:ext uri="{BB962C8B-B14F-4D97-AF65-F5344CB8AC3E}">
        <p14:creationId xmlns:p14="http://schemas.microsoft.com/office/powerpoint/2010/main" val="94907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3085-10B4-FA4A-8741-606A7E77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F11E-90EC-5118-E8F8-119362C5B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Would I pay 25/yr?</a:t>
            </a:r>
          </a:p>
          <a:p>
            <a:r>
              <a:rPr lang="en-US" dirty="0"/>
              <a:t>If I charged 10$/yr * 1M users = $10M</a:t>
            </a:r>
          </a:p>
          <a:p>
            <a:r>
              <a:rPr lang="en-US" dirty="0"/>
              <a:t>Problem: need critical mass – enable receiving via </a:t>
            </a:r>
            <a:r>
              <a:rPr lang="en-US" dirty="0" err="1"/>
              <a:t>sms</a:t>
            </a:r>
            <a:r>
              <a:rPr lang="en-US" dirty="0"/>
              <a:t> tied to </a:t>
            </a:r>
            <a:r>
              <a:rPr lang="en-US" dirty="0" err="1"/>
              <a:t>venmo</a:t>
            </a:r>
            <a:endParaRPr lang="en-US" dirty="0"/>
          </a:p>
          <a:p>
            <a:r>
              <a:rPr lang="en-US" dirty="0"/>
              <a:t>How to cashout?</a:t>
            </a:r>
          </a:p>
          <a:p>
            <a:r>
              <a:rPr lang="en-US" dirty="0"/>
              <a:t>How to deposit$</a:t>
            </a:r>
          </a:p>
          <a:p>
            <a:r>
              <a:rPr lang="en-US" dirty="0"/>
              <a:t>Leave money in the account until receiver registers to receive it</a:t>
            </a:r>
          </a:p>
          <a:p>
            <a:r>
              <a:rPr lang="en-US" dirty="0"/>
              <a:t>Cash provide anonymity? Does </a:t>
            </a:r>
            <a:r>
              <a:rPr lang="en-US" dirty="0" err="1"/>
              <a:t>venmo</a:t>
            </a:r>
            <a:r>
              <a:rPr lang="en-US" dirty="0"/>
              <a:t>? Bitcoin?</a:t>
            </a:r>
          </a:p>
        </p:txBody>
      </p:sp>
    </p:spTree>
    <p:extLst>
      <p:ext uri="{BB962C8B-B14F-4D97-AF65-F5344CB8AC3E}">
        <p14:creationId xmlns:p14="http://schemas.microsoft.com/office/powerpoint/2010/main" val="209076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83C7-DE4A-CDCA-42D9-41305E9B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619F9-67E4-6EF6-D061-04F16EC40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Coupons</a:t>
            </a:r>
          </a:p>
          <a:p>
            <a:r>
              <a:rPr lang="en-US" dirty="0"/>
              <a:t>Credit cards</a:t>
            </a:r>
          </a:p>
          <a:p>
            <a:r>
              <a:rPr lang="en-US" dirty="0"/>
              <a:t>Apple Pay</a:t>
            </a:r>
          </a:p>
          <a:p>
            <a:r>
              <a:rPr lang="en-US" dirty="0"/>
              <a:t>Bitcoin</a:t>
            </a:r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txn’s</a:t>
            </a:r>
            <a:r>
              <a:rPr lang="en-US" dirty="0"/>
              <a:t> over $300</a:t>
            </a:r>
          </a:p>
        </p:txBody>
      </p:sp>
    </p:spTree>
    <p:extLst>
      <p:ext uri="{BB962C8B-B14F-4D97-AF65-F5344CB8AC3E}">
        <p14:creationId xmlns:p14="http://schemas.microsoft.com/office/powerpoint/2010/main" val="2022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2C66-DEF5-BD75-B6B0-BA57E03D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Currency Exchange – Just like </a:t>
            </a:r>
            <a:r>
              <a:rPr lang="en-US" dirty="0" err="1"/>
              <a:t>VenMo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1B12-5472-AD52-50E1-7DF567618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Cash in (Payments/Credits)</a:t>
            </a:r>
          </a:p>
          <a:p>
            <a:pPr lvl="1"/>
            <a:r>
              <a:rPr lang="en-US" dirty="0"/>
              <a:t>Credit card</a:t>
            </a:r>
          </a:p>
          <a:p>
            <a:pPr lvl="1"/>
            <a:r>
              <a:rPr lang="en-US" dirty="0"/>
              <a:t>Bank account</a:t>
            </a:r>
          </a:p>
          <a:p>
            <a:pPr lvl="1"/>
            <a:r>
              <a:rPr lang="en-US" dirty="0"/>
              <a:t>Bit Coin</a:t>
            </a:r>
          </a:p>
          <a:p>
            <a:pPr lvl="1"/>
            <a:r>
              <a:rPr lang="en-US" dirty="0"/>
              <a:t>Cash – no</a:t>
            </a:r>
          </a:p>
          <a:p>
            <a:pPr lvl="1"/>
            <a:endParaRPr lang="en-US" dirty="0"/>
          </a:p>
          <a:p>
            <a:r>
              <a:rPr lang="en-US" dirty="0"/>
              <a:t>Cash Out (Tips / Debits)</a:t>
            </a:r>
          </a:p>
          <a:p>
            <a:pPr lvl="1"/>
            <a:r>
              <a:rPr lang="en-US" dirty="0"/>
              <a:t>Transfer to bank account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2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3B70-2A51-9DA8-CF86-5C9FF405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Venmo for tipping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5E10-4398-7A6A-DA9F-310066F4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</a:t>
            </a:r>
            <a:r>
              <a:rPr lang="en-US"/>
              <a:t>it be anonymous?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32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289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Just the Tip</vt:lpstr>
      <vt:lpstr>Problem and Outcome</vt:lpstr>
      <vt:lpstr>PowerPoint Presentation</vt:lpstr>
      <vt:lpstr>PowerPoint Presentation</vt:lpstr>
      <vt:lpstr>Currency Exchange – Just like VenMo</vt:lpstr>
      <vt:lpstr>Venmo for tipping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Hourani</dc:creator>
  <cp:lastModifiedBy>Mark Hourani</cp:lastModifiedBy>
  <cp:revision>1</cp:revision>
  <dcterms:created xsi:type="dcterms:W3CDTF">2026-01-06T20:02:42Z</dcterms:created>
  <dcterms:modified xsi:type="dcterms:W3CDTF">2026-01-16T21:56:23Z</dcterms:modified>
</cp:coreProperties>
</file>